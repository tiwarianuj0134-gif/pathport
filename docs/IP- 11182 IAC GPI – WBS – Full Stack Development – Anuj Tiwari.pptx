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268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7317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63A78D-4C26-2C44-E0F5-26E4CA7BFDE7}" v="39" dt="2023-07-29T09:29:42.965"/>
  </p1510:revLst>
</p1510:revInfo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82"/>
    <p:restoredTop sz="92393" autoAdjust="0"/>
  </p:normalViewPr>
  <p:slideViewPr>
    <p:cSldViewPr snapToGrid="0" snapToObjects="1">
      <p:cViewPr varScale="1">
        <p:scale>
          <a:sx n="76" d="100"/>
          <a:sy n="76" d="100"/>
        </p:scale>
        <p:origin x="84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E2F572-DC84-D943-8D79-DDD001406156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A5EECB-32AF-CD4C-AB4B-8C5D367FE5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260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5C9FF-4168-1246-80BF-10D035F8C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C30AEC-44AD-9243-9E51-FCA37A9A52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0246B-4777-4D48-AFF5-7A5699D8C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DFA99-90BC-4040-8364-F3973BB23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6FEA9-4D15-4342-AC39-380F44609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449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4F39A-61C8-FE44-A366-51B0B40F9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69AB6-5920-4C42-9AFA-692F4C710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46767-C61C-8549-937B-9A6435785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16AF7-246F-EE4E-8FD9-CB4C90E1A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504B9-2B32-F44C-88C2-850FFC83A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738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CA4E6-B8CF-584E-8BC0-C01633124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79091-5BBC-504F-A5EB-0934C1A8B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7CE35-1BFB-E848-87FB-B55856A39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C800F-BA19-1C44-8F55-33FE09F01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632F2-917C-5F4B-B25C-9A5EC00F7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746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C42CD-CF19-6944-9BF8-0FE76061C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EE1DB-BDBE-924A-AD6B-08C4054B69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D868A-2447-C744-8C53-0CE7E4F73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F1B3FC-C2A5-EE45-AFDE-7A5FBB3D2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D3AFDB-697A-124A-A044-240B8D1E7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2A48A-9B53-D54A-BEAD-2E351FF04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773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176E7-8487-DF4F-BFF4-3A2B717EC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36F6B-092C-9043-BDD7-18E0CCCE9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582D72-CCFC-504E-A535-F2C7DD069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B0A2F1-A47C-D44B-B946-B66EA80A59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8409BE-38A7-9147-BB62-8A147AE06A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4F18BD-3200-104E-8848-A14BE8052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C8824D-5841-D64D-80D6-310742FB4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A2389C-12FE-724A-9CE3-F48F01FEC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957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57C5B-B072-2046-BB7F-537C83F85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9330D7-6E09-5B48-AE29-D0E98DFB1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149B71-4BB9-B044-BA63-D7C9C501C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10533-44AD-0640-98E6-123670AA4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78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A200DF-DB9F-FB4B-861A-718F45BA4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D47806-B481-D747-AE40-E554CE733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E09BD-6D18-1445-A8FB-C6F37FD76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589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1FB94-E771-2C4D-84D2-8D7C57DFB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1FD36-7C50-6442-9F66-BE4C4EF29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5B70F1-E778-3A4E-B3C5-56388C6B4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79A8D-F8EF-7C42-8BBF-D5E627AFB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29A96E-B3E3-4C40-9D22-B695D8238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8C3C7-90F9-C145-BA31-A25EB1C1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805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61DA0-7944-F240-B644-551636AED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B237D5-BE26-4C4F-B281-896E65CE5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E987B4-3489-FF4E-9436-33B75F511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9A2975-17CD-0141-B7AF-AE634D3C5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E0967A-15BD-484F-8033-B69DF5017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82534B-0823-FD43-A1C5-E38C1E2B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258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CC0E1-2228-C04A-9DD6-18B4AB702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F18B8A-6417-E34B-A743-6723896823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54DF2-6453-3340-8C53-6ADF0F469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5BD58-45F7-3140-BF04-5FBEF4654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44363-29B4-C347-8977-C51EEDBD2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777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7B6511-746C-2442-AF67-5C75488AB7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589A7D-214C-6A48-AF40-66635091FC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597A6-380C-8C4D-A250-9C379FB23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C0C3A-9191-2D45-B4DF-AA01AE303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868C8-ACC7-CB4B-A397-49892109A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850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5B26B2-3AEF-E446-86E2-078E979AA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48AF2-2198-0B45-B296-AA5877692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2839E-A69C-B64E-BF91-5C74D5C56D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1726A-9155-3645-B807-94F9CD48D91A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BF50F-5611-9A41-AE5A-9D810BCB35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6A1A5-815B-E441-BD92-BBF3CE2A66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936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297628D-861A-367D-CC9D-2ADA1A840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2919" y="0"/>
            <a:ext cx="12484919" cy="6988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8394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CPL2022">
      <a:dk1>
        <a:srgbClr val="000000"/>
      </a:dk1>
      <a:lt1>
        <a:srgbClr val="FFFFFF"/>
      </a:lt1>
      <a:dk2>
        <a:srgbClr val="596171"/>
      </a:dk2>
      <a:lt2>
        <a:srgbClr val="E7E6E6"/>
      </a:lt2>
      <a:accent1>
        <a:srgbClr val="3CA5D9"/>
      </a:accent1>
      <a:accent2>
        <a:srgbClr val="273755"/>
      </a:accent2>
      <a:accent3>
        <a:srgbClr val="FFC601"/>
      </a:accent3>
      <a:accent4>
        <a:srgbClr val="FFB923"/>
      </a:accent4>
      <a:accent5>
        <a:srgbClr val="EA7317"/>
      </a:accent5>
      <a:accent6>
        <a:srgbClr val="666666"/>
      </a:accent6>
      <a:hlink>
        <a:srgbClr val="3CA5D9"/>
      </a:hlink>
      <a:folHlink>
        <a:srgbClr val="27375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e1c734f-cd3c-409a-b830-21836909dd77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12AF445DB6E74EB51FE2F8964C2B9F" ma:contentTypeVersion="15" ma:contentTypeDescription="Create a new document." ma:contentTypeScope="" ma:versionID="2dff7eaf2f87d3d2d10304916b274635">
  <xsd:schema xmlns:xsd="http://www.w3.org/2001/XMLSchema" xmlns:xs="http://www.w3.org/2001/XMLSchema" xmlns:p="http://schemas.microsoft.com/office/2006/metadata/properties" xmlns:ns2="3e1c734f-cd3c-409a-b830-21836909dd77" xmlns:ns3="f800943e-7719-4474-9402-4616db300049" targetNamespace="http://schemas.microsoft.com/office/2006/metadata/properties" ma:root="true" ma:fieldsID="7f9fa1f725f175c4207dbd44f4121a57" ns2:_="" ns3:_="">
    <xsd:import namespace="3e1c734f-cd3c-409a-b830-21836909dd77"/>
    <xsd:import namespace="f800943e-7719-4474-9402-4616db300049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1c734f-cd3c-409a-b830-21836909dd7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5353adee-5e9f-4b50-890c-aef0d51a54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0943e-7719-4474-9402-4616db300049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9C79FB2-7116-489A-B269-C878F00B5983}">
  <ds:schemaRefs>
    <ds:schemaRef ds:uri="http://schemas.microsoft.com/office/2006/metadata/properties"/>
    <ds:schemaRef ds:uri="http://schemas.microsoft.com/office/infopath/2007/PartnerControls"/>
    <ds:schemaRef ds:uri="3e1c734f-cd3c-409a-b830-21836909dd77"/>
  </ds:schemaRefs>
</ds:datastoreItem>
</file>

<file path=customXml/itemProps2.xml><?xml version="1.0" encoding="utf-8"?>
<ds:datastoreItem xmlns:ds="http://schemas.openxmlformats.org/officeDocument/2006/customXml" ds:itemID="{4AE5B7B1-FE9C-49DF-B801-6A82566BEA6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27BDB60-D459-4A4B-A39C-84556B087B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e1c734f-cd3c-409a-b830-21836909dd77"/>
    <ds:schemaRef ds:uri="f800943e-7719-4474-9402-4616db3000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6782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Management WorkShop</dc:title>
  <dc:creator>Welcome CC</dc:creator>
  <cp:lastModifiedBy>BTAIML3-1 ANUJ TIWARI</cp:lastModifiedBy>
  <cp:revision>242</cp:revision>
  <dcterms:created xsi:type="dcterms:W3CDTF">2023-07-15T03:43:48Z</dcterms:created>
  <dcterms:modified xsi:type="dcterms:W3CDTF">2026-05-04T10:50:22Z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0x0101005412AF445DB6E74EB51FE2F8964C2B9F</vt:lpwstr>
  </property>
  <property fmtid="{D5CDD505-2E9C-101B-9397-08002B2CF9AE}" pid="3" name="MediaServiceImageTags">
    <vt:lpwstr/>
  </property>
</Properties>
</file>